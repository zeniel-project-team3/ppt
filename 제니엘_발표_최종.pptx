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82880"/>
            <a:ext cx="91440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371600"/>
            <a:ext cx="7772400" cy="64008"/>
          </a:xfrm>
          <a:prstGeom prst="rect">
            <a:avLst/>
          </a:prstGeom>
          <a:solidFill>
            <a:srgbClr val="E8F5E8"/>
          </a:solidFill>
          <a:ln w="12700">
            <a:solidFill>
              <a:srgbClr val="E8F5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463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기반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21488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구직자 상담·추천·매칭 시스템 구축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2880360"/>
            <a:ext cx="7772400" cy="45720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Zeniel_1기 3팀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https://github.com/Zeniel-Project-team3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Employment Consulting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목차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0584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" y="1005840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005840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팀 역할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490472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490472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1490472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1490472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현장의 문제점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1975104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197510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1975104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1975104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제안하는 해결 전략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459736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459736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41248" y="2459736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2459736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상담 지원 핵심 기능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2944368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94436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41248" y="2944368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2944368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이용 흐름 (End-to-End)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54880" y="1005840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005840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138928" y="1005840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12080" y="1005840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754880" y="1490472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1490472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138928" y="1490472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12080" y="1490472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결과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754880" y="1975104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54880" y="197510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5138928" y="1975104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12080" y="1975104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754880" y="2459736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54880" y="2459736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138928" y="2459736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12080" y="2459736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&amp; 기대 효과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754880" y="2944368"/>
            <a:ext cx="384048" cy="3931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54880" y="2944368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138928" y="2944368"/>
            <a:ext cx="3547872" cy="393192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212080" y="2944368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법·보안 준수 &amp; 결론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팀 역할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목표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AI를 활용해 구직자 상담 기록을 구조화하고, 유사 사례 벡터 검색 기반의 개인화 추천·매칭 시스템을 구축하여 상담 품질과 취업 성공률을 높인다.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423160"/>
            <a:ext cx="84124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역할 분담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권재현 (팀장)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전체 데이터 조회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코드 연결 / 프론트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67128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67128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이서현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167128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식별 로직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통신 프로세스 / 프론트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831336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31336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이형주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31336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데이터베이스 설계·구축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데이터 정제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95544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95544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정세연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95544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기반 Top-K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시스템 &amp; AI 파이프라인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59752" y="2788920"/>
            <a:ext cx="1572768" cy="292608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59752" y="278892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조용민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59752" y="3090672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기반 비정형 데이터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정형화 자동화 알고리즘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현장의 문제점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데이터의 비정형성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상담 기록이 상담사별로 상이하게 작성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유사 사례 분석이 경험 기반으로 이루어짐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❷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29184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 진단의 정량화 부족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8328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정성적 판단(준비 부족 등) 중심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구체적 보완 역량 제시의 한계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9601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960120"/>
            <a:ext cx="2651760" cy="54864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960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❸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126480" y="158191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 연계 매칭의 수작업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17920" y="2103120"/>
            <a:ext cx="228600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219456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타 고용서비스 사업 연계 시 매번 개별 검토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담당자 역량 편차 발생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3794760"/>
            <a:ext cx="8412480" cy="301752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379476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문제들이 현장에서 만들어내는 결과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" y="41330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❶ 비정형 기록  →  데이터 재활용 불가, 유사 사례 검색 불가능        ❷ 정량화 부족  →  상담사마다 다른 진단, 내담자 신뢰도 저하        ❸ 수작업 매칭  →  담당자 역량에 따라 매칭 품질 편차 발생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상담 지원 핵심 기능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모델 및 설정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38988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389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8249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구직자 정보 분석, 유사 사례 추천,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역량 갭 분석 자동화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244144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4414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Embedding 3 Small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7340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벡터 검색에 사용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493008"/>
            <a:ext cx="54864" cy="6858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4930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mini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37856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추천 사용 모델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데이터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09160" y="1463040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1389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나이 / 성별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709160" y="1938528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1865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학력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09160" y="2414016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23408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희망 직종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709160" y="2889504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28163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 훈련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709160" y="3364992"/>
            <a:ext cx="201168" cy="201168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 정보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709160" y="3749040"/>
            <a:ext cx="3931920" cy="36576"/>
          </a:xfrm>
          <a:prstGeom prst="rect">
            <a:avLst/>
          </a:prstGeom>
          <a:solidFill>
            <a:srgbClr val="A8D5A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3840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취업 이력 있는 유사 케이스를 추출하여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내담자에게 취업에 유리한 정보 제공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이용 흐름 (End-to-End)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DB 조회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(이름+주민번호)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40280" y="960120"/>
            <a:ext cx="1417320" cy="77724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028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유사 벡터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분석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0332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02336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상담 진행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자료 작성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806440" y="960120"/>
            <a:ext cx="1417320" cy="77724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자료 업로드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업데이트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69480" y="960120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589520" y="960120"/>
            <a:ext cx="1417320" cy="777240"/>
          </a:xfrm>
          <a:prstGeom prst="rect">
            <a:avLst/>
          </a:prstGeom>
          <a:solidFill>
            <a:srgbClr val="5CB85C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960120"/>
            <a:ext cx="14173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데이터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검수·수정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1920240"/>
            <a:ext cx="84124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65760" y="1920240"/>
            <a:ext cx="841248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19202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처리 파이프라인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업로드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417320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527048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27048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추출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441448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551176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551176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호출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465576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575304" y="2359152"/>
            <a:ext cx="914400" cy="68580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75304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489704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99432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99432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생성·저장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513832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623560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23560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벡터+필터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혼합 검색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537960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647688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47688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유사사례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3~5명 추출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562088" y="2359152"/>
            <a:ext cx="109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71816" y="2359152"/>
            <a:ext cx="91440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A8D5A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671816" y="2359152"/>
            <a:ext cx="9144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취업전략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생성·출력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02920" y="31546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결과: 상담 화면 출력 (내담자 맞춤 역량 진단 + 직무/훈련/연봉 추천)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전체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데이터베이스 스키마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백엔드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시스템 아키텍처 — AI Service 아키텍처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유사 사례 검색 시스템 사례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Top-K 유사사례 추출 결과 ①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Top-K 유사사례 추출 결과 ②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AI 프롬프트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AI 분석 — 추천 결과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내담자 목록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자료 준비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내담자 조회 중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상담 내역 결과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시연 결과 — 상세보기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60120"/>
            <a:ext cx="81381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&amp; 기대 효과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정량 성과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CB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057400" y="13716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준비 시간 절감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서류·데이터 조회를 AI가 대신 처리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3840480" cy="36576"/>
          </a:xfrm>
          <a:prstGeom prst="rect">
            <a:avLst/>
          </a:prstGeom>
          <a:solidFill>
            <a:srgbClr val="E8F5E8"/>
          </a:solidFill>
          <a:ln w="12700">
            <a:solidFill>
              <a:srgbClr val="E8F5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17627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사례 기반 상담으로 취업 성공률 향상 기여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내담자 맞춤 역량 진단 및 직무 매칭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96012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960120"/>
            <a:ext cx="4114800" cy="329184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정성 성과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00600" y="142646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0" y="1353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품질 상향 평준화 — 상담사 간 역량 편차 감소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00600" y="192938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1856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경험 중심 → 데이터 분석 중심으로 전환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2432304"/>
            <a:ext cx="164592" cy="164592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23591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표준화된 데이터 축적으로 체계적 품질 관리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090672"/>
            <a:ext cx="8412480" cy="1691640"/>
          </a:xfrm>
          <a:prstGeom prst="rect">
            <a:avLst/>
          </a:prstGeom>
          <a:solidFill>
            <a:srgbClr val="E8F5E8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090672"/>
            <a:ext cx="8412480" cy="329184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090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법·보안 준수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347472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요소: ① 개인정보 유출 위험 (업로드 파일 내 민감 데이터)   ② 제3자 저작권 침해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 방안(반영 완료): 이름 마스킹(홍*동) · 주민번호 뒷자리 마스킹 · 임베딩 시 나이·성별·희망직종만 사용 (개인식별 정보 미포함)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보완: 파일 업로드 시 저작권 동의 절차 UI/약관으로 추가 예정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109728"/>
            <a:ext cx="822960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65760" y="201168"/>
            <a:ext cx="64008" cy="50292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82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&amp; 확장 가능성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9144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14400"/>
            <a:ext cx="4114800" cy="329184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14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핵심 인사이트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" y="1353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 기반 상담 기록 구조화 → 데이터 표준화 가능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956816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" y="19568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기반 유사 사례 검색 → 근거 중심 상담 전략 제공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560320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2688" y="2560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준비 시간 60% 이상 단축 기대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163824"/>
            <a:ext cx="347472" cy="34747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163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2688" y="3163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데이터의 조직 자산화 기반 마련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91440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914400"/>
            <a:ext cx="4114800" cy="329184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914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향후 확장 방안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00600" y="1389888"/>
            <a:ext cx="54864" cy="9144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56048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AI 모델 구축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956048" y="171907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데이터를 사내 지식자산으로 축적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전용 AI 모델 구축 및 학습 고도화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2624328"/>
            <a:ext cx="54864" cy="9144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56048" y="2624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8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심화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56048" y="29535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분석 및 추천(알림) 시스템으로 고도화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 심화 단계 구축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3D8B3D"/>
          </a:solidFill>
          <a:ln w="12700">
            <a:solidFill>
              <a:srgbClr val="3D8B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AI로 구직자 상담을 더 스마트하게 — Zeniel Team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기반 구직자 상담·추천·매칭 시스템 구축</dc:title>
  <dc:subject>PptxGenJS Presentation</dc:subject>
  <dc:creator>PptxGenJS</dc:creator>
  <cp:lastModifiedBy>PptxGenJS</cp:lastModifiedBy>
  <cp:revision>1</cp:revision>
  <dcterms:created xsi:type="dcterms:W3CDTF">2026-03-01T07:31:00Z</dcterms:created>
  <dcterms:modified xsi:type="dcterms:W3CDTF">2026-03-01T07:31:00Z</dcterms:modified>
</cp:coreProperties>
</file>