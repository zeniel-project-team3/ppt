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82880"/>
            <a:ext cx="91440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71600"/>
            <a:ext cx="7772400" cy="64008"/>
          </a:xfrm>
          <a:prstGeom prst="rect">
            <a:avLst/>
          </a:prstGeom>
          <a:solidFill>
            <a:srgbClr val="E8F5E8"/>
          </a:solidFill>
          <a:ln w="12700">
            <a:solidFill>
              <a:srgbClr val="E8F5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기반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2148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구직자 상담·추천·매칭 시스템 구축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7772400" cy="45720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팀명: 제니엘 (Zeniel)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https://github.com/Zeniel-Project-team3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Employment Consulting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목차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" y="1005840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005840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팀 역할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490472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9047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1490472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1490472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현장의 문제점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1975104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97510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1975104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1975104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제안하는 해결 전략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459736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45973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41248" y="2459736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2459736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상담 지원 핵심 기능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2944368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4436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41248" y="2944368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2944368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이용 흐름 (End-to-End)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54880" y="1005840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00584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138928" y="1005840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12080" y="1005840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754880" y="1490472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149047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138928" y="1490472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12080" y="1490472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결과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754880" y="1975104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0" y="197510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38928" y="1975104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12080" y="1975104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754880" y="2459736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45973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138928" y="2459736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12080" y="2459736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&amp; 기대 효과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754880" y="2944368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0" y="294436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138928" y="2944368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12080" y="2944368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법·보안 준수 &amp; 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팀 역할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목표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2984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AI를 활용한 구직자 상담 고도화 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취업 매칭 시스템 구축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91440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914400"/>
            <a:ext cx="4572000" cy="32004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43400" y="129844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https://github.com/Zeniel-Project-team3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8412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역할 분담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권재현 (팀장)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전체 데이터 조회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코드 연결 / 프론트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67128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67128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조용민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167128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비정형 데이터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정형화 자동화 알고리즘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831336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31336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이형주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31336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설계·구축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데이터 정제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95544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95544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정세연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95544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기반 Top-K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시스템 &amp; AI 파이프라인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159752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59752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이서현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59752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식별 로직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통신 프로세스 / 프론트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현장의 문제점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데이터의 비정형성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상담 기록이 상담사별로 상이하게 작성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유사 사례 분석이 경험 기반으로 이루어짐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9184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진단의 정량화 부족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정성적 판단(준비 부족 등) 중심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구체적 보완 역량 제시의 한계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2648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연계 매칭의 수작업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1792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타 고용서비스 사업 연계 시 매번 개별 검토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담당자 역량 편차 발생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필요 배경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1330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AI 기반 상담 고도화 필요 — 구직자 특성 기반 데이터 추천 시스템 구축   ② 상담 품질 표준화 요구 — 상담 결과의 일관성 확보   ③ 데이터 기반 성과관리 체계 구축 — 전략적 매칭으로 사업 실적 달성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상담 지원 핵심 기능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모델 및 설정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38988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824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구직자 정보 분석, 유사 사례 추천,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갭 분석 자동화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44144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441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Embedding 3 Small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734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벡터 검색에 사용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49300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493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mini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7856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추천 사용 모델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데이터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09160" y="1463040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 / 성별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09160" y="1938528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1865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학력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09160" y="2414016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2340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희망 직종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09160" y="2889504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훈련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09160" y="3364992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 정보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09160" y="3749040"/>
            <a:ext cx="393192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취업 이력 있는 유사 케이스를 추출하여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내담자에게 취업에 유리한 정보 제공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이용 흐름 (End-to-End)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DB 조회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(이름+주민번호)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40280" y="960120"/>
            <a:ext cx="1417320" cy="77724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유사 벡터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분석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0332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상담 진행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작성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06440" y="960120"/>
            <a:ext cx="1417320" cy="77724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자료 업로드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업데이트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6948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8952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검수·수정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1920240"/>
            <a:ext cx="8412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920240"/>
            <a:ext cx="841248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19202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처리 파이프라인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417320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527048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27048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441448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51176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51176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465576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575304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75304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489704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99432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99432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생성·저장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513832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623560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23560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벡터+필터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 검색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37960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647688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47688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유사사례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3~5명 추출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562088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71816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71816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취업전략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생성·출력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02920" y="31546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결과: 상담 화면 출력 (내담자 맞춤 역량 진단 + 직무/훈련/연봉 추천)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전체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백엔드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AI Service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822960" cy="347472"/>
          </a:xfrm>
          <a:prstGeom prst="rect">
            <a:avLst/>
          </a:prstGeom>
          <a:solidFill>
            <a:srgbClr val="3D8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9601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88720" y="960120"/>
            <a:ext cx="1097280" cy="347472"/>
          </a:xfrm>
          <a:prstGeom prst="rect">
            <a:avLst/>
          </a:prstGeom>
          <a:solidFill>
            <a:srgbClr val="3D8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960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레포지토리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86000" y="960120"/>
            <a:ext cx="3291840" cy="347472"/>
          </a:xfrm>
          <a:prstGeom prst="rect">
            <a:avLst/>
          </a:prstGeom>
          <a:solidFill>
            <a:srgbClr val="3D8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960120"/>
            <a:ext cx="3566160" cy="347472"/>
          </a:xfrm>
          <a:prstGeom prst="rect">
            <a:avLst/>
          </a:prstGeom>
          <a:solidFill>
            <a:srgbClr val="3D8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960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1307592"/>
            <a:ext cx="822960" cy="822960"/>
          </a:xfrm>
          <a:prstGeom prst="rect">
            <a:avLst/>
          </a:prstGeom>
          <a:solidFill>
            <a:srgbClr val="5CB85C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307592"/>
            <a:ext cx="7315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88720" y="1307592"/>
            <a:ext cx="1097280" cy="8229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4440" y="130759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86000" y="1307592"/>
            <a:ext cx="3291840" cy="8229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31720" y="1307592"/>
            <a:ext cx="32004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21, Spring Boot 4, Spring AI, JPA, PostgreSQL(pgvector), Apache Tika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77840" y="1307592"/>
            <a:ext cx="3566160" cy="8229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1307592"/>
            <a:ext cx="3474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내담자/상담/훈련 CRUD, 파일 업로드·텍스트 추출, 상담 요약(GPT), 임베딩 저장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2130552"/>
            <a:ext cx="82296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2130552"/>
            <a:ext cx="7315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서비스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188720" y="2130552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2130552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ai-service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286000" y="2130552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31720" y="2130552"/>
            <a:ext cx="3200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Python, FastAPI, OpenAI API, pgvector, openpyxl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577840" y="2130552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23560" y="2130552"/>
            <a:ext cx="3474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케이스 검색(Top-K), 직무/훈련/연봉 추천, 엑셀 ingest, 재임베딩 API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65760" y="2816352"/>
            <a:ext cx="822960" cy="822960"/>
          </a:xfrm>
          <a:prstGeom prst="rect">
            <a:avLst/>
          </a:prstGeom>
          <a:solidFill>
            <a:srgbClr val="5B9A5B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2816352"/>
            <a:ext cx="7315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188720" y="2816352"/>
            <a:ext cx="1097280" cy="8229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34440" y="28163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286000" y="2816352"/>
            <a:ext cx="3291840" cy="8229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31720" y="2816352"/>
            <a:ext cx="32004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19, Vite, Ant Design, Recharts, React Router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577840" y="2816352"/>
            <a:ext cx="3566160" cy="8229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23560" y="2816352"/>
            <a:ext cx="3474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목록·상세·수정, 상담 준비(이름·연락처 검색→AI 시나리오), 통계·엑셀 내보내기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65760" y="3639312"/>
            <a:ext cx="822960" cy="685800"/>
          </a:xfrm>
          <a:prstGeom prst="rect">
            <a:avLst/>
          </a:prstGeom>
          <a:solidFill>
            <a:srgbClr val="88888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3639312"/>
            <a:ext cx="7315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1188720" y="3639312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34440" y="3639312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2286000" y="3639312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31720" y="3639312"/>
            <a:ext cx="3200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+ pgvector, Docker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577840" y="3639312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23560" y="3639312"/>
            <a:ext cx="3474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DB·벡터 저장, 컨테이너 배포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유사 사례 검색 시스템 사례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Top-K 유사사례 추출 결과 ①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Top-K 유사사례 추출 결과 ②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AI 프롬프트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추천 결과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내담자 목록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자료 준비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내담자 조회 중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상담 내역 결과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상세보기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&amp; 기대 효과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정량 성과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057400" y="1371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준비 시간 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서류·데이터 조회를 AI가 대신 처리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3840480" cy="36576"/>
          </a:xfrm>
          <a:prstGeom prst="rect">
            <a:avLst/>
          </a:prstGeom>
          <a:solidFill>
            <a:srgbClr val="E8F5E8"/>
          </a:solidFill>
          <a:ln w="12700">
            <a:solidFill>
              <a:srgbClr val="E8F5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1762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상담으로 취업 성공률 향상 기여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맞춤 역량 진단 및 직무 매칭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9601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960120"/>
            <a:ext cx="4114800" cy="329184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정성 성과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00600" y="142646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1353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품질 상향 평준화 — 상담사 간 역량 편차 감소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00600" y="192938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1856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 중심 → 데이터 분석 중심으로 전환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243230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표준화된 데이터 축적으로 체계적 품질 관리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090672"/>
            <a:ext cx="8412480" cy="169164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090672"/>
            <a:ext cx="8412480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090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법·보안 준수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347472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요소: ① 개인정보 유출 위험 (업로드 파일 내 민감 데이터)   ② 제3자 저작권 침해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 방안(반영 완료): 이름 마스킹(홍*동) · 주민번호 뒷자리 마스킹 · 임베딩 시 나이·성별·희망직종만 사용 (개인식별 정보 미포함)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보완: 파일 업로드 시 저작권 동의 절차 UI/약관으로 추가 예정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&amp; 확장 가능성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411480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1353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기반 상담 기록 구조화 → 데이터 표준화 가능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56816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1956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기반 유사 사례 검색 → 근거 중심 상담 전략 제공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준비 시간 60% 이상 단축 기대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63824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데이터의 조직 자산화 기반 마련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9144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914400"/>
            <a:ext cx="4114800" cy="329184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914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향후 확장 방안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00600" y="1389888"/>
            <a:ext cx="54864" cy="9144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AI 모델 구축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56048" y="1719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데이터를 사내 지식자산으로 축적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전용 AI 모델 구축 및 학습 고도화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2624328"/>
            <a:ext cx="54864" cy="9144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56048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심화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56048" y="29535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분석 및 추천(알림) 시스템으로 고도화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심화 단계 구축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AI로 구직자 상담을 더 스마트하게 — Zeniel Team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기반 구직자 상담·추천·매칭 시스템 구축</dc:title>
  <dc:subject>PptxGenJS Presentation</dc:subject>
  <dc:creator>PptxGenJS</dc:creator>
  <cp:lastModifiedBy>PptxGenJS</cp:lastModifiedBy>
  <cp:revision>1</cp:revision>
  <dcterms:created xsi:type="dcterms:W3CDTF">2026-03-01T03:01:10Z</dcterms:created>
  <dcterms:modified xsi:type="dcterms:W3CDTF">2026-03-01T03:01:10Z</dcterms:modified>
</cp:coreProperties>
</file>